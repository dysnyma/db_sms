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</a:rPr>
              <a:t>数据库系统课程设计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85C1E9"/>
                </a:solidFill>
                <a:latin typeface="Microsoft YaHei"/>
              </a:rPr>
              <a:t>学生成绩管理系统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474720"/>
            <a:ext cx="2130552" cy="36576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374903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</a:rPr>
              <a:t>专    业：计算机科学与技术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2062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</a:rPr>
              <a:t>学    生：蔡坤灿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46634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</a:rPr>
              <a:t>指导教师：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5120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</a:rPr>
              <a:t>日    期：2026年7月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AI辅助 | MySQL + Python +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5276"/>
                </a:solidFill>
                <a:latin typeface="Microsoft YaHei"/>
              </a:rPr>
              <a:t>目  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618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2801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项目概述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965960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3911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057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系统架构与技术栈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163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数据库设计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520439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93591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11879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功能模块详解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297680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7083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389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AI辅助开发记录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074920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1480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66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总结与演示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01  项目概述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🎯 选题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548640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题目二：学生成绩管理系统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覆盖教务、教师、学生三角色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完整数据库设计6阶段流程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0972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⚙️ 技术路线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508760"/>
            <a:ext cx="548640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60020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数据库：MySQL 8.0 (InnoDB + utf8mb4)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后端：Python 3.12 + SQLAlchemy 连接池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Web 界面：Streamlit + Plotly 图表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097280"/>
            <a:ext cx="3749039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1887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🖥️ 双界面交付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9" y="1508760"/>
            <a:ext cx="548640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1600200"/>
            <a:ext cx="33832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命令行界面 (CLI)：main.py（4角色）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Web 界面：22 个 Streamlit 页面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同一套数据库 + 业务函数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1124712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49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📊 数据规模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69080"/>
            <a:ext cx="548640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60520"/>
            <a:ext cx="108813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学生 20,000 人 | 教师 300 人 | 班级 329 个 | 课程 18 门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排课 1,004 条 | 选课记录 2,002,688 条 | 专业 160+ 个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覆盖 20 年学期跨度（40 个学期）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⚠️ 当前截图待补充：请替换为实际系统运行截图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02  系统架构与技术栈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56032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🎨 表现层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Streamlit Web (22 页面)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CLI 命令行界面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188720"/>
            <a:ext cx="3474720" cy="256032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🧠 业务逻辑层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69164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Pydantic 输入校验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9 个存储过程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5 个触发器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3 个视图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188720"/>
            <a:ext cx="3474720" cy="256032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280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🗄️ 数据层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169164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8288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MySQL 8.0 / InnoDB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8 张表 + 连接池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SQLAlchemy QueuePool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Python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编程语言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MySQL 8.0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数据库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Streamlit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Web 框架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PyMySQL + SQLAlchemy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数据库驱动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Plotly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交互式图表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Pydantic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数据校验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⚠️ 待补充：系统部署架构图截图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03  数据库设计 — 核心表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265176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班级表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年级、专业、状态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05840"/>
            <a:ext cx="265176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14300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463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学生表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828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学号、班级FK、学籍分、GPA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005840"/>
            <a:ext cx="265176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14300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course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463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课程表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28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课程名、学分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005840"/>
            <a:ext cx="265176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114300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teacher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1463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教师表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1828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工号、职称、电话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743200"/>
            <a:ext cx="2651760" cy="15544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88036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834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course_offering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200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排课表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566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课程FK+教师FK+学期+时间+容量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37560" y="2743200"/>
            <a:ext cx="2651760" cy="15544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37560" y="288036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2834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enrollment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3200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选课表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566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排课FK+学生FK+成绩（触发器维护人数）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2743200"/>
            <a:ext cx="2651760" cy="15544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288036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2834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teacher_course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200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讲授关系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566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教师FK+课程FK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98280" y="2743200"/>
            <a:ext cx="2651760" cy="15544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98280" y="288036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81160" y="2834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grade_point_rule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3200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绩点规则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3566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成绩区间→绩点映射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Microsoft YaHei"/>
              </a:rPr>
              <a:t>设计原则：全小写+下划线命名 · utf8mb4 · InnoDB · INT自增主键 · 全部逻辑删除(is_deleted) · status与is_deleted职责分离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03  数据库对象 — 视图 / 触发器 / 存储过程 / 函数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486400" cy="20116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276"/>
                </a:solidFill>
                <a:latin typeface="Microsoft YaHei"/>
              </a:rPr>
              <a:t>👁️  视图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v_student_message — 学生基本信息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v_course_plan — 选课安排列表（含选课状态）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v_enrollment — 选课详情（学生+课程+教师）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05840"/>
            <a:ext cx="5486400" cy="20116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276"/>
                </a:solidFill>
                <a:latin typeface="Microsoft YaHei"/>
              </a:rPr>
              <a:t>⚡ 触发器 (5)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1732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trg_before_insert — 选课名额检查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trg_after_insert — 更新选课人数+1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trg_after_update — 退选人数-1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trg_after_insert_score — 带成绩时重算GPA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trg_after_update_score — 成绩变化重算GPA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5486400" cy="20116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276"/>
                </a:solidFill>
                <a:latin typeface="Microsoft YaHei"/>
              </a:rPr>
              <a:t>📦 存储过程 (9)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0332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sp_enroll / sp_unenroll — 选课/退选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sp_grade_input — 成绩录入（三重身份校验）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sp_student_roster — 班级名单含学籍分/GPA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sp_class_grade_report — 成绩统计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sp_student_semester_avg — 学期均分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sp_teacher_info / sp_teacher_list — 教师统计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sp_show_courses — 可选课程列表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291840"/>
            <a:ext cx="5486400" cy="20116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276"/>
                </a:solidFill>
                <a:latin typeface="Microsoft YaHei"/>
              </a:rPr>
              <a:t>🔧 函数 (2)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70332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794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fn_get_student_id — 学号→学生ID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fn_get_teacher_id — 工号→教师ID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5276"/>
                </a:solidFill>
                <a:latin typeface="Microsoft YaHei"/>
              </a:rPr>
              <a:t>学籍分公式：weighted_score = Σ(成绩×学分) / Σ(学分)    |    GPA公式：gpa = Σ(学分×绩点) / Σ(学分)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04  功能模块 — 三角色概览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566160" cy="411480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56616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🎓  学  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查看可选课程（过滤选课期/满员/同课异师）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选课 / 退选（触发器实时校验）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查看我的成绩（各科柱状图+学籍分/GPA）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学期均分查询（selectbox 下拉）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566160" cy="411480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566160" cy="7315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188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👨‍🏫  教  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逐条录入成绩（Pydantic 校验）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CSV 批量导入（按行反馈结果）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查看课程学生（饼图+排行+未录入提醒）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097280"/>
            <a:ext cx="3566160" cy="411480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097280"/>
            <a:ext cx="3566160" cy="7315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188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📋  教务管理员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数据概览（Plotly 交互式图表）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6 大实体 CRUD + 专业管理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排课管理（datetime_input 原生组件）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选课管理（按学号+学期精准查询）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班级成绩统计 / 明细 / 教师排行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备份恢复（mysqldump --routines --triggers）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04  功能亮点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🎨 交互式图表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Plotly 饼图/柱状图展示</a:t>
            </a:r>
            <a:br/>
            <a:r>
              <a:t>成绩分布、教师排行、</a:t>
            </a:r>
            <a:br/>
            <a:r>
              <a:t>数据概览，悬停显示明细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05840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005840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0789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✅ Pydantic 校验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373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全表单 Pydantic 模型校验 +</a:t>
            </a:r>
            <a:br/>
            <a:r>
              <a:t>text_input max_chars 前端截断，</a:t>
            </a:r>
            <a:br/>
            <a:r>
              <a:t>中文 toast 错误提示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005840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005840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0789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🔑 快速选择登录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7373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从数据库读取活跃账号，</a:t>
            </a:r>
            <a:br/>
            <a:r>
              <a:t>下拉自动填充，测试零门槛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49039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749039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822191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🏫 班级名自动生成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80559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年级+专业 selectbox 下拉，</a:t>
            </a:r>
            <a:br/>
            <a:r>
              <a:t>系统自动查询序号生成班级名</a:t>
            </a:r>
            <a:br/>
            <a:r>
              <a:t>{年级}{专业}{序号}班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749039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3749039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822191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📁 专业管理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480559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专业列表 CSV 存储，支持</a:t>
            </a:r>
            <a:br/>
            <a:r>
              <a:t>增删操作，班级管理联动</a:t>
            </a:r>
            <a:br/>
            <a:r>
              <a:t>删除前检查班级引用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749039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3749039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822191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📊 大数据量支持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480559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LOAD DATA INFILE 极速导入</a:t>
            </a:r>
            <a:br/>
            <a:r>
              <a:t>200 万选课 + 自动重算 GPA</a:t>
            </a:r>
            <a:br/>
            <a:r>
              <a:t>删触发器+批量UPDATE优化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04  数据规模与性能优化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6400800" cy="4114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实体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097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当前规模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0972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扩增倍数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097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说明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640080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36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班级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5361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Microsoft YaHei"/>
              </a:rPr>
              <a:t>329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5361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C1"/>
                </a:solidFill>
                <a:latin typeface="Microsoft YaHei"/>
              </a:rPr>
              <a:t>24 → 329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5361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50 专业 × 3 年级 × 2~3 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47672"/>
            <a:ext cx="6400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97510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197510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Microsoft YaHei"/>
              </a:rPr>
              <a:t>300 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197510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C1"/>
                </a:solidFill>
                <a:latin typeface="Microsoft YaHei"/>
              </a:rPr>
              <a:t>25 → 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19751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新增 275 位仿真教师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386584"/>
            <a:ext cx="640080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140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学生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41401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Microsoft YaHei"/>
              </a:rPr>
              <a:t>20,000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41401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C1"/>
                </a:solidFill>
                <a:latin typeface="Microsoft YaHei"/>
              </a:rPr>
              <a:t>1,000 → 20,000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4140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每班约 60 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825496"/>
            <a:ext cx="6400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8529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排课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28529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Microsoft YaHei"/>
              </a:rPr>
              <a:t>1,004 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28529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C1"/>
                </a:solidFill>
                <a:latin typeface="Microsoft YaHei"/>
              </a:rPr>
              <a:t>54 → 1,004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28529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覆盖 20 年 40 个学期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264408"/>
            <a:ext cx="640080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选课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3291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Microsoft YaHei"/>
              </a:rPr>
              <a:t>2,002,688 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32918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C1"/>
                </a:solidFill>
                <a:latin typeface="Microsoft YaHei"/>
              </a:rPr>
              <a:t>2,990 → 200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291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25% 未录入成绩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114800"/>
            <a:ext cx="54864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251960"/>
            <a:ext cx="36576" cy="6400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60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索引优化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enrollment 表 (offering_id, student_id, is_deleted)  联合索引减少回表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4114800"/>
            <a:ext cx="54864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4251960"/>
            <a:ext cx="36576" cy="6400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4160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导入优化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LOAD DATA LOCAL INFILE 20×加速 + 删触发器 + 唯一键检查关闭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212080"/>
            <a:ext cx="54864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349240"/>
            <a:ext cx="36576" cy="6400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257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GPA 重算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77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2,002,688 条选课→一次性批量 UPDATE × 20,000 学生，替代逐行触发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5212080"/>
            <a:ext cx="54864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26480" y="5349240"/>
            <a:ext cx="36576" cy="6400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0" y="5257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查询优化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5577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选课管理改为按学号+学期精准查询，避免 200 万条全量加载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05  AI 辅助开发记录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5486400" cy="274320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486400" cy="5029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✅ AI 有效应用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DDL/SQL 代码生成（快 70%）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CRUD 重复代码（快 80%）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Bug 定位（排序规则冲突等）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代码重构（tester.py 175→83 行）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文档生成（说明书初稿）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14400"/>
            <a:ext cx="5486400" cy="274320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914400"/>
            <a:ext cx="5486400" cy="5029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9601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⚠️ 人工修正记录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sp_enroll 未检查同课异师 → 新增第4步校验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1267 collation 冲突 → 统一 utf8mb4_unicode_ci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st.tabs+st.form 组件干扰 → 改为 st.button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备份缺少 routines/triggers → 新增参数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276"/>
                </a:solidFill>
                <a:latin typeface="Microsoft YaHei"/>
              </a:rPr>
              <a:t>💡 反思与总结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36576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AI 是强大的辅助工具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3891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核心设计决策（ER建模、范式、索引）必须由人工主导，AI仅提供建议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29200"/>
            <a:ext cx="36576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提示词决定输出质量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明确指定数据库对象类型（触发器/存储过程/视图）可获得更准确的代码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669279"/>
            <a:ext cx="36576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6692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人工审核不可替代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66927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AI对 Streamlit 组件行为理解不够深入，st.form/st.tabs 方案经历了 3 轮迭代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06  总  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371600"/>
            <a:ext cx="2130552" cy="36576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📐 数据库设计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9456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8 表 · 3 视图 · 5 触发器 · 9 存储过程 · 2 函数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60604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💻 应用实现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97180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CLI + Streamlit 双界面，22 个 Web 页面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8328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📊 数据规模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74904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20,000 学生 · 300 教师 · 200 万选课记录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16052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🤖 AI 辅助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52628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Claude Code 全流程辅助，人工审核逐行把关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93776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🔧 代码质量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30352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Pydantic 校验 · Plotly 图表 · 连接池 · 逻辑删除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谢谢老师！请各位老师批评指正 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📸  请在此处插入系统运行截图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698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01. 登录页面（快速选择下拉）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698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02. 数据概览（Plotly 饼图 + 柱状图）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486400" cy="4572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642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03. 班级管理（年级/专业下拉 + 自动生成班级名）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486400" cy="4572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04. 教师查看课程学生（饼图+排行并排）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5486400" cy="4572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585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05. 学生我的成绩（各科成绩柱状图+及格线）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194560"/>
            <a:ext cx="5486400" cy="4572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2585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06. 排课管理（datetime_input 原生组件）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88920"/>
            <a:ext cx="5486400" cy="4572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8529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07. 班级成绩统计（分布柱状图）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788920"/>
            <a:ext cx="5486400" cy="4572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8529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08. 选课管理（按学号+学期查询）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83280"/>
            <a:ext cx="5486400" cy="4572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447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09. 专业管理页面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383280"/>
            <a:ext cx="5486400" cy="4572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447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10. 生成器运行效果（200 万数据导入）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